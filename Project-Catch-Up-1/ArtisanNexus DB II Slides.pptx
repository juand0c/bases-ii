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7"/>
  </p:notesMasterIdLst>
  <p:sldIdLst>
    <p:sldId id="256" r:id="rId2"/>
    <p:sldId id="257" r:id="rId3"/>
    <p:sldId id="262" r:id="rId4"/>
    <p:sldId id="258" r:id="rId5"/>
    <p:sldId id="264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6E82F-D726-4848-B670-7EFAAC897C08}" v="469" dt="2025-10-21T01:58:09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80" d="100"/>
          <a:sy n="80" d="100"/>
        </p:scale>
        <p:origin x="4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 olmos corredor" userId="e918c05bf0f06c72" providerId="LiveId" clId="{0A116884-170A-432B-A598-5C7BC5CF282D}"/>
    <pc:docChg chg="undo custSel addSld delSld modSld sldOrd">
      <pc:chgData name="juan david olmos corredor" userId="e918c05bf0f06c72" providerId="LiveId" clId="{0A116884-170A-432B-A598-5C7BC5CF282D}" dt="2025-10-21T01:58:09.147" v="516" actId="2696"/>
      <pc:docMkLst>
        <pc:docMk/>
      </pc:docMkLst>
      <pc:sldChg chg="modSp del mod">
        <pc:chgData name="juan david olmos corredor" userId="e918c05bf0f06c72" providerId="LiveId" clId="{0A116884-170A-432B-A598-5C7BC5CF282D}" dt="2025-10-21T01:58:09.147" v="516" actId="2696"/>
        <pc:sldMkLst>
          <pc:docMk/>
          <pc:sldMk cId="3179369809" sldId="259"/>
        </pc:sldMkLst>
        <pc:spChg chg="mod">
          <ac:chgData name="juan david olmos corredor" userId="e918c05bf0f06c72" providerId="LiveId" clId="{0A116884-170A-432B-A598-5C7BC5CF282D}" dt="2025-10-21T01:57:32.275" v="416" actId="20577"/>
          <ac:spMkLst>
            <pc:docMk/>
            <pc:sldMk cId="3179369809" sldId="259"/>
            <ac:spMk id="2" creationId="{AF5838FC-7408-0A87-ADEC-D0D269DE50D4}"/>
          </ac:spMkLst>
        </pc:spChg>
        <pc:spChg chg="mod">
          <ac:chgData name="juan david olmos corredor" userId="e918c05bf0f06c72" providerId="LiveId" clId="{0A116884-170A-432B-A598-5C7BC5CF282D}" dt="2025-10-21T01:58:05.139" v="515" actId="20577"/>
          <ac:spMkLst>
            <pc:docMk/>
            <pc:sldMk cId="3179369809" sldId="259"/>
            <ac:spMk id="3" creationId="{E96CBD53-1924-6344-E255-2CAB46B00514}"/>
          </ac:spMkLst>
        </pc:spChg>
      </pc:sldChg>
      <pc:sldChg chg="del">
        <pc:chgData name="juan david olmos corredor" userId="e918c05bf0f06c72" providerId="LiveId" clId="{0A116884-170A-432B-A598-5C7BC5CF282D}" dt="2025-10-21T01:57:27.121" v="408" actId="47"/>
        <pc:sldMkLst>
          <pc:docMk/>
          <pc:sldMk cId="171032900" sldId="260"/>
        </pc:sldMkLst>
      </pc:sldChg>
      <pc:sldChg chg="del">
        <pc:chgData name="juan david olmos corredor" userId="e918c05bf0f06c72" providerId="LiveId" clId="{0A116884-170A-432B-A598-5C7BC5CF282D}" dt="2025-10-21T01:57:25.666" v="407" actId="47"/>
        <pc:sldMkLst>
          <pc:docMk/>
          <pc:sldMk cId="2969733757" sldId="261"/>
        </pc:sldMkLst>
      </pc:sldChg>
      <pc:sldChg chg="addSp delSp modSp mod ord setBg">
        <pc:chgData name="juan david olmos corredor" userId="e918c05bf0f06c72" providerId="LiveId" clId="{0A116884-170A-432B-A598-5C7BC5CF282D}" dt="2025-10-21T01:21:05.545" v="375"/>
        <pc:sldMkLst>
          <pc:docMk/>
          <pc:sldMk cId="317461091" sldId="262"/>
        </pc:sldMkLst>
        <pc:spChg chg="mod">
          <ac:chgData name="juan david olmos corredor" userId="e918c05bf0f06c72" providerId="LiveId" clId="{0A116884-170A-432B-A598-5C7BC5CF282D}" dt="2025-10-21T01:19:46.429" v="350" actId="20577"/>
          <ac:spMkLst>
            <pc:docMk/>
            <pc:sldMk cId="317461091" sldId="262"/>
            <ac:spMk id="2" creationId="{A196023E-7DF1-841C-253F-32D2FB11B08C}"/>
          </ac:spMkLst>
        </pc:spChg>
        <pc:spChg chg="add mod">
          <ac:chgData name="juan david olmos corredor" userId="e918c05bf0f06c72" providerId="LiveId" clId="{0A116884-170A-432B-A598-5C7BC5CF282D}" dt="2025-10-21T01:18:35.662" v="326" actId="20577"/>
          <ac:spMkLst>
            <pc:docMk/>
            <pc:sldMk cId="317461091" sldId="262"/>
            <ac:spMk id="4" creationId="{3EBDDA8D-7F4A-90D5-F30C-8C065206F79A}"/>
          </ac:spMkLst>
        </pc:spChg>
        <pc:spChg chg="add mod">
          <ac:chgData name="juan david olmos corredor" userId="e918c05bf0f06c72" providerId="LiveId" clId="{0A116884-170A-432B-A598-5C7BC5CF282D}" dt="2025-10-21T01:18:14.065" v="305" actId="1076"/>
          <ac:spMkLst>
            <pc:docMk/>
            <pc:sldMk cId="317461091" sldId="262"/>
            <ac:spMk id="5" creationId="{6BA1905B-05E4-6E6D-9E08-F24BD5457AAE}"/>
          </ac:spMkLst>
        </pc:spChg>
        <pc:spChg chg="add mod">
          <ac:chgData name="juan david olmos corredor" userId="e918c05bf0f06c72" providerId="LiveId" clId="{0A116884-170A-432B-A598-5C7BC5CF282D}" dt="2025-10-21T01:16:41.583" v="286"/>
          <ac:spMkLst>
            <pc:docMk/>
            <pc:sldMk cId="317461091" sldId="262"/>
            <ac:spMk id="6" creationId="{55439E95-9F62-1B6E-854C-4E8EF04E7B5F}"/>
          </ac:spMkLst>
        </pc:spChg>
        <pc:spChg chg="add del">
          <ac:chgData name="juan david olmos corredor" userId="e918c05bf0f06c72" providerId="LiveId" clId="{0A116884-170A-432B-A598-5C7BC5CF282D}" dt="2025-10-21T01:03:11.359" v="1" actId="26606"/>
          <ac:spMkLst>
            <pc:docMk/>
            <pc:sldMk cId="317461091" sldId="262"/>
            <ac:spMk id="1036" creationId="{1023D10C-1F4B-FF53-2C04-C943F0A11754}"/>
          </ac:spMkLst>
        </pc:spChg>
        <pc:spChg chg="add del">
          <ac:chgData name="juan david olmos corredor" userId="e918c05bf0f06c72" providerId="LiveId" clId="{0A116884-170A-432B-A598-5C7BC5CF282D}" dt="2025-10-21T01:03:11.359" v="1" actId="26606"/>
          <ac:spMkLst>
            <pc:docMk/>
            <pc:sldMk cId="317461091" sldId="262"/>
            <ac:spMk id="1039" creationId="{5E39003D-C295-438B-92E5-BA8AB22F1D08}"/>
          </ac:spMkLst>
        </pc:spChg>
        <pc:spChg chg="add del">
          <ac:chgData name="juan david olmos corredor" userId="e918c05bf0f06c72" providerId="LiveId" clId="{0A116884-170A-432B-A598-5C7BC5CF282D}" dt="2025-10-21T01:03:11.359" v="1" actId="26606"/>
          <ac:spMkLst>
            <pc:docMk/>
            <pc:sldMk cId="317461091" sldId="262"/>
            <ac:spMk id="1041" creationId="{C1351349-D8A6-43B2-82BD-D2B00AC91666}"/>
          </ac:spMkLst>
        </pc:spChg>
        <pc:spChg chg="add del">
          <ac:chgData name="juan david olmos corredor" userId="e918c05bf0f06c72" providerId="LiveId" clId="{0A116884-170A-432B-A598-5C7BC5CF282D}" dt="2025-10-21T01:03:11.359" v="1" actId="26606"/>
          <ac:spMkLst>
            <pc:docMk/>
            <pc:sldMk cId="317461091" sldId="262"/>
            <ac:spMk id="1043" creationId="{49CAD0BD-370C-42DD-938F-4C24027CF287}"/>
          </ac:spMkLst>
        </pc:spChg>
        <pc:spChg chg="add del">
          <ac:chgData name="juan david olmos corredor" userId="e918c05bf0f06c72" providerId="LiveId" clId="{0A116884-170A-432B-A598-5C7BC5CF282D}" dt="2025-10-21T01:03:11.359" v="1" actId="26606"/>
          <ac:spMkLst>
            <pc:docMk/>
            <pc:sldMk cId="317461091" sldId="262"/>
            <ac:spMk id="1045" creationId="{E2E536EC-D776-4DBA-ABA7-CCC72D7FCE5C}"/>
          </ac:spMkLst>
        </pc:spChg>
        <pc:spChg chg="add">
          <ac:chgData name="juan david olmos corredor" userId="e918c05bf0f06c72" providerId="LiveId" clId="{0A116884-170A-432B-A598-5C7BC5CF282D}" dt="2025-10-21T01:03:11.369" v="2" actId="26606"/>
          <ac:spMkLst>
            <pc:docMk/>
            <pc:sldMk cId="317461091" sldId="262"/>
            <ac:spMk id="1047" creationId="{0550F5B9-399F-4FAD-AE6C-ED65F9A43A74}"/>
          </ac:spMkLst>
        </pc:spChg>
        <pc:spChg chg="add">
          <ac:chgData name="juan david olmos corredor" userId="e918c05bf0f06c72" providerId="LiveId" clId="{0A116884-170A-432B-A598-5C7BC5CF282D}" dt="2025-10-21T01:03:11.369" v="2" actId="26606"/>
          <ac:spMkLst>
            <pc:docMk/>
            <pc:sldMk cId="317461091" sldId="262"/>
            <ac:spMk id="1048" creationId="{C062E60F-5CD4-4268-8359-8076634680E5}"/>
          </ac:spMkLst>
        </pc:spChg>
        <pc:spChg chg="add">
          <ac:chgData name="juan david olmos corredor" userId="e918c05bf0f06c72" providerId="LiveId" clId="{0A116884-170A-432B-A598-5C7BC5CF282D}" dt="2025-10-21T01:03:11.369" v="2" actId="26606"/>
          <ac:spMkLst>
            <pc:docMk/>
            <pc:sldMk cId="317461091" sldId="262"/>
            <ac:spMk id="1049" creationId="{BB341EC3-1810-4D33-BA3F-E2D0AA0ECFB6}"/>
          </ac:spMkLst>
        </pc:spChg>
        <pc:spChg chg="add">
          <ac:chgData name="juan david olmos corredor" userId="e918c05bf0f06c72" providerId="LiveId" clId="{0A116884-170A-432B-A598-5C7BC5CF282D}" dt="2025-10-21T01:03:11.369" v="2" actId="26606"/>
          <ac:spMkLst>
            <pc:docMk/>
            <pc:sldMk cId="317461091" sldId="262"/>
            <ac:spMk id="1050" creationId="{10127CDE-2B99-47A8-BB3C-7D17519105E0}"/>
          </ac:spMkLst>
        </pc:spChg>
        <pc:spChg chg="add mod">
          <ac:chgData name="juan david olmos corredor" userId="e918c05bf0f06c72" providerId="LiveId" clId="{0A116884-170A-432B-A598-5C7BC5CF282D}" dt="2025-10-21T01:16:04.032" v="261" actId="5793"/>
          <ac:spMkLst>
            <pc:docMk/>
            <pc:sldMk cId="317461091" sldId="262"/>
            <ac:spMk id="1051" creationId="{4E6FA13E-C36A-9399-F903-97B0901B41AE}"/>
          </ac:spMkLst>
        </pc:spChg>
        <pc:picChg chg="add mod">
          <ac:chgData name="juan david olmos corredor" userId="e918c05bf0f06c72" providerId="LiveId" clId="{0A116884-170A-432B-A598-5C7BC5CF282D}" dt="2025-10-21T01:18:09.438" v="304" actId="1076"/>
          <ac:picMkLst>
            <pc:docMk/>
            <pc:sldMk cId="317461091" sldId="262"/>
            <ac:picMk id="7" creationId="{7B77A225-8CF5-821D-9523-2C151A80B38B}"/>
          </ac:picMkLst>
        </pc:picChg>
        <pc:picChg chg="del mod">
          <ac:chgData name="juan david olmos corredor" userId="e918c05bf0f06c72" providerId="LiveId" clId="{0A116884-170A-432B-A598-5C7BC5CF282D}" dt="2025-10-21T01:18:40.200" v="327" actId="478"/>
          <ac:picMkLst>
            <pc:docMk/>
            <pc:sldMk cId="317461091" sldId="262"/>
            <ac:picMk id="1028" creationId="{D0D182F7-5342-F413-2A72-B2C86C4B7454}"/>
          </ac:picMkLst>
        </pc:picChg>
        <pc:picChg chg="del mod ord">
          <ac:chgData name="juan david olmos corredor" userId="e918c05bf0f06c72" providerId="LiveId" clId="{0A116884-170A-432B-A598-5C7BC5CF282D}" dt="2025-10-21T01:17:49.693" v="298" actId="478"/>
          <ac:picMkLst>
            <pc:docMk/>
            <pc:sldMk cId="317461091" sldId="262"/>
            <ac:picMk id="1030" creationId="{A832DB1B-E42B-3C17-515E-4BE4776C9971}"/>
          </ac:picMkLst>
        </pc:picChg>
        <pc:picChg chg="mod">
          <ac:chgData name="juan david olmos corredor" userId="e918c05bf0f06c72" providerId="LiveId" clId="{0A116884-170A-432B-A598-5C7BC5CF282D}" dt="2025-10-21T01:03:13.837" v="3" actId="1076"/>
          <ac:picMkLst>
            <pc:docMk/>
            <pc:sldMk cId="317461091" sldId="262"/>
            <ac:picMk id="1032" creationId="{E6E802F7-D776-C6F6-E468-7B6FAA93532A}"/>
          </ac:picMkLst>
        </pc:picChg>
        <pc:picChg chg="add del mod">
          <ac:chgData name="juan david olmos corredor" userId="e918c05bf0f06c72" providerId="LiveId" clId="{0A116884-170A-432B-A598-5C7BC5CF282D}" dt="2025-10-21T01:11:43.517" v="146" actId="478"/>
          <ac:picMkLst>
            <pc:docMk/>
            <pc:sldMk cId="317461091" sldId="262"/>
            <ac:picMk id="1034" creationId="{1015DE42-180B-67AD-49DF-6B0BD22F3F3B}"/>
          </ac:picMkLst>
        </pc:picChg>
        <pc:picChg chg="add mod">
          <ac:chgData name="juan david olmos corredor" userId="e918c05bf0f06c72" providerId="LiveId" clId="{0A116884-170A-432B-A598-5C7BC5CF282D}" dt="2025-10-21T01:19:01.952" v="330" actId="1076"/>
          <ac:picMkLst>
            <pc:docMk/>
            <pc:sldMk cId="317461091" sldId="262"/>
            <ac:picMk id="1038" creationId="{4F731F18-278B-E104-9777-4D75EC2458FE}"/>
          </ac:picMkLst>
        </pc:picChg>
      </pc:sldChg>
      <pc:sldChg chg="modSp new del mod ord">
        <pc:chgData name="juan david olmos corredor" userId="e918c05bf0f06c72" providerId="LiveId" clId="{0A116884-170A-432B-A598-5C7BC5CF282D}" dt="2025-10-21T01:57:27.721" v="409" actId="47"/>
        <pc:sldMkLst>
          <pc:docMk/>
          <pc:sldMk cId="1298478478" sldId="263"/>
        </pc:sldMkLst>
        <pc:spChg chg="mod">
          <ac:chgData name="juan david olmos corredor" userId="e918c05bf0f06c72" providerId="LiveId" clId="{0A116884-170A-432B-A598-5C7BC5CF282D}" dt="2025-10-21T01:20:39.174" v="373" actId="20577"/>
          <ac:spMkLst>
            <pc:docMk/>
            <pc:sldMk cId="1298478478" sldId="263"/>
            <ac:spMk id="2" creationId="{A6D478C0-84BD-FD62-EC89-AF191921A453}"/>
          </ac:spMkLst>
        </pc:spChg>
      </pc:sldChg>
      <pc:sldChg chg="addSp modSp new mod ord">
        <pc:chgData name="juan david olmos corredor" userId="e918c05bf0f06c72" providerId="LiveId" clId="{0A116884-170A-432B-A598-5C7BC5CF282D}" dt="2025-10-21T01:55:18.184" v="406"/>
        <pc:sldMkLst>
          <pc:docMk/>
          <pc:sldMk cId="3856485512" sldId="264"/>
        </pc:sldMkLst>
        <pc:spChg chg="mod">
          <ac:chgData name="juan david olmos corredor" userId="e918c05bf0f06c72" providerId="LiveId" clId="{0A116884-170A-432B-A598-5C7BC5CF282D}" dt="2025-10-21T01:24:14.602" v="397" actId="20577"/>
          <ac:spMkLst>
            <pc:docMk/>
            <pc:sldMk cId="3856485512" sldId="264"/>
            <ac:spMk id="2" creationId="{B014A435-493C-4CB9-9AD0-8A0B945D61F0}"/>
          </ac:spMkLst>
        </pc:spChg>
        <pc:spChg chg="mod">
          <ac:chgData name="juan david olmos corredor" userId="e918c05bf0f06c72" providerId="LiveId" clId="{0A116884-170A-432B-A598-5C7BC5CF282D}" dt="2025-10-21T01:55:18.184" v="406"/>
          <ac:spMkLst>
            <pc:docMk/>
            <pc:sldMk cId="3856485512" sldId="264"/>
            <ac:spMk id="3" creationId="{13145652-084C-F0AC-9555-7C7A2550C251}"/>
          </ac:spMkLst>
        </pc:spChg>
        <pc:spChg chg="add mod">
          <ac:chgData name="juan david olmos corredor" userId="e918c05bf0f06c72" providerId="LiveId" clId="{0A116884-170A-432B-A598-5C7BC5CF282D}" dt="2025-10-21T01:54:07.039" v="402"/>
          <ac:spMkLst>
            <pc:docMk/>
            <pc:sldMk cId="3856485512" sldId="264"/>
            <ac:spMk id="4" creationId="{F18C3A10-65D6-16D8-1049-8FC617B57338}"/>
          </ac:spMkLst>
        </pc:spChg>
        <pc:spChg chg="add mod">
          <ac:chgData name="juan david olmos corredor" userId="e918c05bf0f06c72" providerId="LiveId" clId="{0A116884-170A-432B-A598-5C7BC5CF282D}" dt="2025-10-21T01:54:07.039" v="402"/>
          <ac:spMkLst>
            <pc:docMk/>
            <pc:sldMk cId="3856485512" sldId="264"/>
            <ac:spMk id="5" creationId="{3D7685B6-FC6A-7212-4E92-7363E34537EA}"/>
          </ac:spMkLst>
        </pc:spChg>
        <pc:spChg chg="add mod">
          <ac:chgData name="juan david olmos corredor" userId="e918c05bf0f06c72" providerId="LiveId" clId="{0A116884-170A-432B-A598-5C7BC5CF282D}" dt="2025-10-21T01:54:09.758" v="404"/>
          <ac:spMkLst>
            <pc:docMk/>
            <pc:sldMk cId="3856485512" sldId="264"/>
            <ac:spMk id="6" creationId="{F6E79F34-CDD2-4030-4BB2-9971142E767B}"/>
          </ac:spMkLst>
        </pc:spChg>
        <pc:spChg chg="add mod">
          <ac:chgData name="juan david olmos corredor" userId="e918c05bf0f06c72" providerId="LiveId" clId="{0A116884-170A-432B-A598-5C7BC5CF282D}" dt="2025-10-21T01:54:09.758" v="404"/>
          <ac:spMkLst>
            <pc:docMk/>
            <pc:sldMk cId="3856485512" sldId="264"/>
            <ac:spMk id="7" creationId="{287DCCAB-C780-2871-F006-EBAE48371F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87F0C-62B7-48A2-ABDD-7DFA94C1CA35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3CF29-1766-4684-A2E5-3AF63AB447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9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3CF29-1766-4684-A2E5-3AF63AB44780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7182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2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4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8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4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1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1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9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9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0198C6AD-FEC0-0E85-D881-182ADAA4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9" b="1913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0983C2-71F2-1B5E-5402-3E2E5AB42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167042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2C358B-32D9-EDA3-240A-7CBF19CA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6183" y="1124712"/>
            <a:ext cx="4023360" cy="3200400"/>
          </a:xfrm>
        </p:spPr>
        <p:txBody>
          <a:bodyPr anchor="b">
            <a:normAutofit/>
          </a:bodyPr>
          <a:lstStyle/>
          <a:p>
            <a:r>
              <a:rPr lang="en-US" sz="4400" noProof="0" dirty="0" err="1"/>
              <a:t>ArtisanNexus</a:t>
            </a:r>
            <a:endParaRPr lang="en-US" sz="4400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82B72F-B945-0FFF-2EFD-AD99F4B24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6183" y="4873752"/>
            <a:ext cx="4023360" cy="120700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0" noProof="0" dirty="0"/>
              <a:t>Juan David Olmos Corredor - 20202020004</a:t>
            </a:r>
          </a:p>
          <a:p>
            <a:pPr>
              <a:lnSpc>
                <a:spcPct val="100000"/>
              </a:lnSpc>
            </a:pPr>
            <a:r>
              <a:rPr lang="en-US" sz="1300" b="0" noProof="0" dirty="0"/>
              <a:t>Jorge Andrés Quiceno Sanabria - 20172020088</a:t>
            </a:r>
          </a:p>
          <a:p>
            <a:pPr>
              <a:lnSpc>
                <a:spcPct val="100000"/>
              </a:lnSpc>
            </a:pPr>
            <a:r>
              <a:rPr lang="en-US" sz="1300" b="0" noProof="0" dirty="0"/>
              <a:t>Laurent David Chaverra Córdoba - 20171020082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04061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1724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670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E4D846-3AFC-4F86-8C35-24B0542A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Packages on conveyor belt">
            <a:extLst>
              <a:ext uri="{FF2B5EF4-FFF2-40B4-BE49-F238E27FC236}">
                <a16:creationId xmlns:a16="http://schemas.microsoft.com/office/drawing/2014/main" id="{7F3FAE13-AF2E-4B04-FC81-68B4E74A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981527-1C7E-4847-B180-945BFB1A8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2F9A72-6392-34AE-5885-48CC2A5A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470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noProof="0" dirty="0"/>
              <a:t>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6AD4B-D6BB-540D-FF5F-68A4399D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0470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noProof="0" dirty="0"/>
              <a:t>There are currently hundreds of e-commerce platforms, but these are focused on a global scale, and it is very difficult for SMEs to stand out competitively in such an environment.</a:t>
            </a:r>
            <a:endParaRPr lang="en-US" sz="170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104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38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8" name="Rectangle 1040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96023E-7DF1-841C-253F-32D2FB11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 dirty="0"/>
              <a:t>Demand</a:t>
            </a:r>
            <a:endParaRPr lang="en-US" sz="2800" noProof="0" dirty="0"/>
          </a:p>
        </p:txBody>
      </p:sp>
      <p:sp>
        <p:nvSpPr>
          <p:cNvPr id="1049" name="Rectangle 1042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4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2736" y="1328435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Content Placeholder 1035">
            <a:extLst>
              <a:ext uri="{FF2B5EF4-FFF2-40B4-BE49-F238E27FC236}">
                <a16:creationId xmlns:a16="http://schemas.microsoft.com/office/drawing/2014/main" id="{4E6FA13E-C36A-9399-F903-97B0901B4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In 2024, in the 3 nearest municipalities to the university (</a:t>
            </a:r>
            <a:r>
              <a:rPr lang="en-US" sz="1800" dirty="0" err="1"/>
              <a:t>Usaquen</a:t>
            </a:r>
            <a:r>
              <a:rPr lang="en-US" sz="1800" dirty="0"/>
              <a:t>, Chapinero, and Santa Fe), around 20,000 commercial companies were registered alone. </a:t>
            </a:r>
            <a:endParaRPr lang="en-US" sz="1800" dirty="0">
              <a:effectLst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6E802F7-D776-C6F6-E468-7B6FAA935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10333" y="2384762"/>
            <a:ext cx="3011530" cy="363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EBDDA8D-7F4A-90D5-F30C-8C065206F79A}"/>
              </a:ext>
            </a:extLst>
          </p:cNvPr>
          <p:cNvSpPr txBox="1"/>
          <p:nvPr/>
        </p:nvSpPr>
        <p:spPr>
          <a:xfrm>
            <a:off x="650615" y="6117327"/>
            <a:ext cx="3047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Percentage of enterprises per size in 2024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A1905B-05E4-6E6D-9E08-F24BD5457AAE}"/>
              </a:ext>
            </a:extLst>
          </p:cNvPr>
          <p:cNvSpPr txBox="1"/>
          <p:nvPr/>
        </p:nvSpPr>
        <p:spPr>
          <a:xfrm>
            <a:off x="4737906" y="6086343"/>
            <a:ext cx="3047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Percentage of enterprises per economy sector in 2024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439E95-9F62-1B6E-854C-4E8EF04E7B5F}"/>
              </a:ext>
            </a:extLst>
          </p:cNvPr>
          <p:cNvSpPr txBox="1"/>
          <p:nvPr/>
        </p:nvSpPr>
        <p:spPr>
          <a:xfrm>
            <a:off x="8382018" y="6040176"/>
            <a:ext cx="3047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Percentage of enterprises in 2024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B77A225-8CF5-821D-9523-2C151A80B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166" y="2231558"/>
            <a:ext cx="3379663" cy="403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4F731F18-278B-E104-9777-4D75EC24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13" y="696440"/>
            <a:ext cx="4079813" cy="556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6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B04929-4D9E-3AA3-1C22-57C9C723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noProof="0" dirty="0"/>
              <a:t>Solution</a:t>
            </a:r>
          </a:p>
        </p:txBody>
      </p:sp>
      <p:pic>
        <p:nvPicPr>
          <p:cNvPr id="5" name="Picture 4" descr="hand holding ball">
            <a:extLst>
              <a:ext uri="{FF2B5EF4-FFF2-40B4-BE49-F238E27FC236}">
                <a16:creationId xmlns:a16="http://schemas.microsoft.com/office/drawing/2014/main" id="{11C2585A-9CDD-E97D-D8A6-7CD56507A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33" r="26280"/>
          <a:stretch>
            <a:fillRect/>
          </a:stretch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57F36A-987E-66F9-AEA0-3474C43D0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noProof="0" dirty="0"/>
              <a:t>So we considered that the existence of local e-commerce, which incentivized the local economy, was necessary. And this is exactly what we propose: a local e-commerce platform that helps to develop the local economy, developed by and for Colombians.</a:t>
            </a:r>
            <a:endParaRPr lang="en-US" sz="180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899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4A435-493C-4CB9-9AD0-8A0B945D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Value</a:t>
            </a:r>
            <a:r>
              <a:rPr lang="es-CO" dirty="0"/>
              <a:t> </a:t>
            </a:r>
            <a:r>
              <a:rPr lang="es-CO" dirty="0" err="1"/>
              <a:t>proposition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145652-084C-F0AC-9555-7C7A2550C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Present an attractive alternative for SMEs to enter the digital market, while encouraging user purchases through an adaptive recommendation system.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5648551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173</Words>
  <Application>Microsoft Office PowerPoint</Application>
  <PresentationFormat>Panorámica</PresentationFormat>
  <Paragraphs>16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 Next LT Pro</vt:lpstr>
      <vt:lpstr>Calibri</vt:lpstr>
      <vt:lpstr>Neue Haas Grotesk Text Pro</vt:lpstr>
      <vt:lpstr>AccentBoxVTI</vt:lpstr>
      <vt:lpstr>ArtisanNexus</vt:lpstr>
      <vt:lpstr>Problem</vt:lpstr>
      <vt:lpstr>Demand</vt:lpstr>
      <vt:lpstr>Solution</vt:lpstr>
      <vt:lpstr>Value proposition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olmos corredor</dc:creator>
  <cp:lastModifiedBy>juan david olmos corredor</cp:lastModifiedBy>
  <cp:revision>1</cp:revision>
  <dcterms:created xsi:type="dcterms:W3CDTF">2025-10-21T00:19:12Z</dcterms:created>
  <dcterms:modified xsi:type="dcterms:W3CDTF">2025-10-21T01:58:20Z</dcterms:modified>
</cp:coreProperties>
</file>